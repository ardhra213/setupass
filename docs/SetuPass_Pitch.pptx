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445af9fe014ddb" /><Relationship Type="http://schemas.openxmlformats.org/officeDocument/2006/relationships/extended-properties" Target="/docProps/app.xml" Id="R14c7e9453dca4631" /><Relationship Type="http://schemas.openxmlformats.org/officeDocument/2006/relationships/officeDocument" Target="/ppt/presentation.xml" Id="R179b4a2a0a0142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48532445c5466e"/>
  </p:sldMasterIdLst>
  <p:notesMasterIdLst>
    <p:notesMasterId xmlns:r="http://schemas.openxmlformats.org/officeDocument/2006/relationships" r:id="Rbccc08ea65574a39"/>
  </p:notesMasterIdLst>
  <p:sldIdLst>
    <p:sldId xmlns:r="http://schemas.openxmlformats.org/officeDocument/2006/relationships" id="256" r:id="R85cd6c2568e841d3"/>
    <p:sldId xmlns:r="http://schemas.openxmlformats.org/officeDocument/2006/relationships" id="257" r:id="Rf66a962836ee4dea"/>
    <p:sldId xmlns:r="http://schemas.openxmlformats.org/officeDocument/2006/relationships" id="258" r:id="R8fc5827083b542b8"/>
    <p:sldId xmlns:r="http://schemas.openxmlformats.org/officeDocument/2006/relationships" id="259" r:id="R9a8662d206734b37"/>
    <p:sldId xmlns:r="http://schemas.openxmlformats.org/officeDocument/2006/relationships" id="260" r:id="R10a1608c1541426a"/>
    <p:sldId xmlns:r="http://schemas.openxmlformats.org/officeDocument/2006/relationships" id="261" r:id="Rcec6c151aa064ab0"/>
    <p:sldId xmlns:r="http://schemas.openxmlformats.org/officeDocument/2006/relationships" id="262" r:id="R214ec03de8474488"/>
    <p:sldId xmlns:r="http://schemas.openxmlformats.org/officeDocument/2006/relationships" id="263" r:id="R9d99ff36784745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6ffe8a3a314631" /><Relationship Type="http://schemas.openxmlformats.org/officeDocument/2006/relationships/slideMaster" Target="/ppt/slideMasters/slideMaster1.xml" Id="R7348532445c5466e" /><Relationship Type="http://schemas.openxmlformats.org/officeDocument/2006/relationships/notesMaster" Target="/ppt/notesMasters/notesMaster1.xml" Id="Rbccc08ea65574a39" /><Relationship Type="http://schemas.openxmlformats.org/officeDocument/2006/relationships/presProps" Target="/ppt/presProps.xml" Id="R4e894362d47e47a5" /><Relationship Type="http://schemas.openxmlformats.org/officeDocument/2006/relationships/tableStyles" Target="/ppt/tableStyles.xml" Id="Re2b3823eadca440a" /><Relationship Type="http://schemas.openxmlformats.org/officeDocument/2006/relationships/slide" Target="/ppt/slides/slide1.xml" Id="R85cd6c2568e841d3" /><Relationship Type="http://schemas.openxmlformats.org/officeDocument/2006/relationships/slide" Target="/ppt/slides/slide2.xml" Id="Rf66a962836ee4dea" /><Relationship Type="http://schemas.openxmlformats.org/officeDocument/2006/relationships/slide" Target="/ppt/slides/slide3.xml" Id="R8fc5827083b542b8" /><Relationship Type="http://schemas.openxmlformats.org/officeDocument/2006/relationships/slide" Target="/ppt/slides/slide4.xml" Id="R9a8662d206734b37" /><Relationship Type="http://schemas.openxmlformats.org/officeDocument/2006/relationships/slide" Target="/ppt/slides/slide5.xml" Id="R10a1608c1541426a" /><Relationship Type="http://schemas.openxmlformats.org/officeDocument/2006/relationships/slide" Target="/ppt/slides/slide6.xml" Id="Rcec6c151aa064ab0" /><Relationship Type="http://schemas.openxmlformats.org/officeDocument/2006/relationships/slide" Target="/ppt/slides/slide7.xml" Id="R214ec03de8474488" /><Relationship Type="http://schemas.openxmlformats.org/officeDocument/2006/relationships/slide" Target="/ppt/slides/slide8.xml" Id="R9d99ff367847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aefa9fa3d544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7314183d67425b" /><Relationship Type="http://schemas.openxmlformats.org/officeDocument/2006/relationships/notesMaster" Target="/ppt/notesMasters/notesMaster1.xml" Id="R7a56275e3d3344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a52ba4ee944ee7" /><Relationship Type="http://schemas.openxmlformats.org/officeDocument/2006/relationships/notesMaster" Target="/ppt/notesMasters/notesMaster1.xml" Id="Racf7599ea93d48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6a71ef0d684566" /><Relationship Type="http://schemas.openxmlformats.org/officeDocument/2006/relationships/notesMaster" Target="/ppt/notesMasters/notesMaster1.xml" Id="R7cc996ade8994e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0a8c0702fb4cb9" /><Relationship Type="http://schemas.openxmlformats.org/officeDocument/2006/relationships/notesMaster" Target="/ppt/notesMasters/notesMaster1.xml" Id="Rc2ae11ddbea048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26cf23a8df4875" /><Relationship Type="http://schemas.openxmlformats.org/officeDocument/2006/relationships/notesMaster" Target="/ppt/notesMasters/notesMaster1.xml" Id="R77d3a79a06854a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f9884282a04440" /><Relationship Type="http://schemas.openxmlformats.org/officeDocument/2006/relationships/notesMaster" Target="/ppt/notesMasters/notesMaster1.xml" Id="R87a4b94f2d6a4f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70424d3a514aaa" /><Relationship Type="http://schemas.openxmlformats.org/officeDocument/2006/relationships/notesMaster" Target="/ppt/notesMasters/notesMaster1.xml" Id="R572e44aa013948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fee27d72064d00" /><Relationship Type="http://schemas.openxmlformats.org/officeDocument/2006/relationships/notesMaster" Target="/ppt/notesMasters/notesMaster1.xml" Id="R334ad855b3204b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Setu ID as the first app and Setu Benefits as the second. Team details can be added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intended value is fewer repeated sign-in steps. No measured time savings or adoption numbers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Same certificate plus exact caller package and Binder UID checks protect IPC. The child has its own client authentication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Device secret construction is an opaque AES-GCM envelope containing a signed JWT, not compact JWE. The Native SSO draft leaves construction and ds_hash binding to the server. Source: https://openid.net/specs/openid-connect-native-sso-1_0.html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token endpoint already verifies DPoP proofs and replay state before the new grant handler. Child device_sso requests fail. The parent and child IDs must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recovery is based on the user-confirmed working backend. No database/key deletion is part of this update. Database snapshots and keys stay on the laptop and are not submission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 this on the actual phone after installation. Do not present the expected flow as recorded evidence until the end-to-end test succeeds. Demo test UIN 1774231323 and OTP 111111 are only for the local mock identity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docs/TEST_REPORT.md for exact validation evidence and limits. Current native sessions last 15 minutes, child tokens at most 120 seconds. Server restart invalidates in-memory native sessions. Bonus re-consent and refresh-token rotation are not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622a784b44f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c5135c3564b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1f8edfe1f45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ab7846f874e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69557776d41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b4547daa345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01B45D-EFE9-453A-A13A-D312AD1ADF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30A349-7436-4B42-A3F5-95EA174A75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35E663-C84C-4E57-883D-FB4ED32F5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3A0A29-C537-4D94-B0C8-215534C9CD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311CD3-4D32-41FF-94D4-F220D8E1B1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57383A-43DE-4842-908B-0BDF8706F3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2B98EB-759A-4B4A-B3E6-D5B4136A22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EA1872-3746-4DDE-BF8D-4C31EB274B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EB8C4D-4FDB-48FE-BE92-52E5CCBC62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533F61-AC4A-4945-9B9B-3602943F62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f3f9e8333b4b60" /><Relationship Type="http://schemas.openxmlformats.org/officeDocument/2006/relationships/slideLayout" Target="/ppt/slideLayouts/slideLayout1.xml" Id="Rbd7aa4c5b05848ce" /><Relationship Type="http://schemas.openxmlformats.org/officeDocument/2006/relationships/slideLayout" Target="/ppt/slideLayouts/slideLayout2.xml" Id="R7947475428194dc4" /><Relationship Type="http://schemas.openxmlformats.org/officeDocument/2006/relationships/slideLayout" Target="/ppt/slideLayouts/slideLayout3.xml" Id="R73fe2190da94437c" /><Relationship Type="http://schemas.openxmlformats.org/officeDocument/2006/relationships/slideLayout" Target="/ppt/slideLayouts/slideLayout4.xml" Id="Ra350c2a0b4d74166" /><Relationship Type="http://schemas.openxmlformats.org/officeDocument/2006/relationships/slideLayout" Target="/ppt/slideLayouts/slideLayout5.xml" Id="R959844b7b3704586" /><Relationship Type="http://schemas.openxmlformats.org/officeDocument/2006/relationships/slideLayout" Target="/ppt/slideLayouts/slideLayout6.xml" Id="Rda115dacb3754a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7aa4c5b05848ce"/>
    <p:sldLayoutId xmlns:r="http://schemas.openxmlformats.org/officeDocument/2006/relationships" id="2147483650" r:id="R7947475428194dc4"/>
    <p:sldLayoutId xmlns:r="http://schemas.openxmlformats.org/officeDocument/2006/relationships" id="2147483651" r:id="R73fe2190da94437c"/>
    <p:sldLayoutId xmlns:r="http://schemas.openxmlformats.org/officeDocument/2006/relationships" id="2147483652" r:id="Ra350c2a0b4d74166"/>
    <p:sldLayoutId xmlns:r="http://schemas.openxmlformats.org/officeDocument/2006/relationships" id="2147483653" r:id="R959844b7b3704586"/>
    <p:sldLayoutId xmlns:r="http://schemas.openxmlformats.org/officeDocument/2006/relationships" id="2147483654" r:id="Rda115dacb3754a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80211759b449a" /><Relationship Type="http://schemas.openxmlformats.org/officeDocument/2006/relationships/notesSlide" Target="/ppt/notesSlides/notesSlide1.xml" Id="Rd73831fbe89548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bb510e95d40bb" /><Relationship Type="http://schemas.openxmlformats.org/officeDocument/2006/relationships/notesSlide" Target="/ppt/notesSlides/notesSlide2.xml" Id="R9b1177bf772d4d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c03489e5f483e" /><Relationship Type="http://schemas.openxmlformats.org/officeDocument/2006/relationships/notesSlide" Target="/ppt/notesSlides/notesSlide3.xml" Id="Rbe5c01245bbd41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c4d22d582466e" /><Relationship Type="http://schemas.openxmlformats.org/officeDocument/2006/relationships/notesSlide" Target="/ppt/notesSlides/notesSlide4.xml" Id="Rd4e07dd748e840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b692d97c146ce" /><Relationship Type="http://schemas.openxmlformats.org/officeDocument/2006/relationships/notesSlide" Target="/ppt/notesSlides/notesSlide5.xml" Id="R050bf58da50c44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1789bb1fe44eac" /><Relationship Type="http://schemas.openxmlformats.org/officeDocument/2006/relationships/notesSlide" Target="/ppt/notesSlides/notesSlide6.xml" Id="R171a44a6947840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8954dd3ea146c9" /><Relationship Type="http://schemas.openxmlformats.org/officeDocument/2006/relationships/notesSlide" Target="/ppt/notesSlides/notesSlide7.xml" Id="R3a9e5653b48e47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93a90be444711" /><Relationship Type="http://schemas.openxmlformats.org/officeDocument/2006/relationships/notesSlide" Target="/ppt/notesSlides/notesSlide8.xml" Id="Ree002fc0fa9f40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D0ABB-EC43-46E3-B052-2BF0BCB1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SetuPass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0F237-A571-4642-9200-D40BB0A8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0DDD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70DDD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70DDD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70DDD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70DDD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70DDD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70DDD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70DDD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70DDD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70D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70DDD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0DDD2"/>
                </a:solidFill>
                <a:latin typeface="Arial"/>
                <a:ea typeface="Arial"/>
                <a:cs typeface="Arial"/>
              </a:rPr>
              <a:t>Native single sign-on for eSignet 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11F88-6918-4450-8792-FE6AF104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8E6EE"/>
                </a:solidFill>
                <a:latin typeface="Arial"/>
                <a:ea typeface="Arial"/>
                <a:cs typeface="Arial"/>
              </a:rPr>
              <a:t>IIITB MOSIP Hackathon 2026</a:t>
            </a:r>
          </a:p>
          <a:p xmlns:a="http://schemas.openxmlformats.org/drawingml/2006/main">
            <a:pPr>
              <a:defRPr sz="210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8E6EE"/>
                </a:solidFill>
                <a:latin typeface="Arial"/>
                <a:ea typeface="Arial"/>
                <a:cs typeface="Arial"/>
              </a:rPr>
              <a:t>PS03 · Android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46D0E-DB16-465F-ADF8-0F2B813A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484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8E6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6EE"/>
                </a:solidFill>
                <a:latin typeface="Arial"/>
                <a:ea typeface="Arial"/>
                <a:cs typeface="Arial"/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1333090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616D5-76AF-4FC6-9A8A-C09FA458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repeated sign-in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1ACFD-868C-4CE4-B349-19521A9B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A second app often asks the same person to authenticate again.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E53B0-0836-4CD2-AD10-A12910B2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C60"/>
                </a:solidFill>
                <a:latin typeface="Arial"/>
                <a:ea typeface="Arial"/>
                <a:cs typeface="Arial"/>
              </a:rPr>
              <a:t>SetuPass reuses a device-bound session across two approved apps from the same vendor. The user completes OTP and consent in Setu ID, then opens Setu Benefits.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FDC1A-8E2C-4B3F-B453-EAB05DAA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484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130263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AC625-45AC-4199-8417-BE38F494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Two apps, one device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A3AFC-DB8E-4ED5-B2D4-6041C929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Setu ID handles the first login.</a:t>
            </a:r>
          </a:p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Setu Benefits requests its own tokens.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4D462-9EBB-4FE4-8598-721C35DE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C60"/>
                </a:solidFill>
                <a:latin typeface="Arial"/>
                <a:ea typeface="Arial"/>
                <a:cs typeface="Arial"/>
              </a:rPr>
              <a:t>The parent keeps its private signing key in Android Keystore. A signature-protected Android ContentProvider shares the session material and creates a fresh proof for the token endpoint.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84CEF-9DE4-414F-A020-12D258BD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484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11145734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111F0-4AD1-4C50-BCDE-8B8E7E07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backend exchange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03FC0-C103-4FC7-A927-82D47542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Authorization code + device_sso</a:t>
            </a:r>
          </a:p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Signed and encrypted device secret</a:t>
            </a:r>
          </a:p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Token exchange for the child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D6C8E-B193-435D-BA54-38B0ED95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C60"/>
                </a:solidFill>
                <a:latin typeface="Arial"/>
                <a:ea typeface="Arial"/>
                <a:cs typeface="Arial"/>
              </a:rPr>
              <a:t>ThunderID exposes DeviceSecretProvider. eSignet supplies issuance and validation through its existing crypto provider and persisted keystore.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3798B-20BE-4185-90F8-0B333752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484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38736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74346-206E-496E-B750-CC8AF1E5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Checks before issuing child tokens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889A7-29CD-43D0-9E89-B332ACE9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A valid device secret alone is insufficient.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DFC1F-5CAB-43A0-B7EE-D80BC7BA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C60"/>
                </a:solidFill>
                <a:latin typeface="Arial"/>
                <a:ea typeface="Arial"/>
                <a:cs typeface="Arial"/>
              </a:rPr>
              <a:t>The server verifies the parent ID token, ds_hash, session ID, expiry, device proof and operator-approved client family. Requested scopes must fit both the original grant and current client permissions.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DB8E7-A5C1-4669-A146-3AD14BCC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484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5317075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7DC94-FFB1-4A2B-8F1D-542F53C2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Local deployment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C2606-12DE-435F-A904-B0D94224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The keystore survives container replacement.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D2455-94E0-412A-935E-DA87927B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C60"/>
                </a:solidFill>
                <a:latin typeface="Arial"/>
                <a:ea typeface="Arial"/>
                <a:cs typeface="Arial"/>
              </a:rPr>
              <a:t>The update script backs up PostgreSQL and the recovered keystore, builds the new image before stopping the old one, and preserves the /opt/mosip bind mount. Failed startup triggers an image rollback.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EA31F-D5EA-493A-AB00-FB635C76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484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755752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E7229-6EB7-48C6-A35D-7C77D25C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74B18-24E1-4963-ADFB-13CB2445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  Sign in to Setu ID with OTP and consent</a:t>
            </a:r>
          </a:p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2  Open Setu Benefits and tap Continue</a:t>
            </a:r>
          </a:p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3  Show the matching identity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90077-91B8-4828-87C2-64C7C746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C60"/>
                </a:solidFill>
                <a:latin typeface="Arial"/>
                <a:ea typeface="Arial"/>
                <a:cs typeface="Arial"/>
              </a:rPr>
              <a:t>The second app should receive its own DPoP-bound tokens without opening a browser or requesting another OTP.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B9648-A00C-4E55-ABCE-B55E3BA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484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3397351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E1AB4-A341-466F-AC9A-0825C020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Validation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B0DE9-3516-4EEA-BABC-BFDBDA41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Backend compilation and automated security tests pass.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05470-737B-43CB-8E6F-33604478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74C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74C60"/>
                </a:solidFill>
                <a:latin typeface="Arial"/>
                <a:ea typeface="Arial"/>
                <a:cs typeface="Arial"/>
              </a:rPr>
              <a:t>Final acceptance: run the new two-app flow on the phone and record the demo. Production work includes authenticated enrollment, HTTPS, durable session revocation and a reviewed release-signing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9DFD3-165B-4048-A6EE-867E7205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484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214001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2026-10-25T11:58:48.6440000Z</dcterms:created>
  <dcterms:modified xsi:type="dcterms:W3CDTF">2026-10-25T11:58:48.6440000Z</dcterms:modified>
</coreProperties>
</file>